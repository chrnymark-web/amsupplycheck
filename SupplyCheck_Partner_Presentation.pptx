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488"/>
  </p:normalViewPr>
  <p:slideViewPr>
    <p:cSldViewPr snapToGrid="0" snapToObjects="1">
      <p:cViewPr varScale="1">
        <p:scale>
          <a:sx n="123" d="100"/>
          <a:sy n="123" d="100"/>
        </p:scale>
        <p:origin x="224" y="2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What is SupplyCheck?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pic>
        <p:nvPicPr>
          <p:cNvPr id="7" name="Picture 6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"/>
            <a:ext cx="61722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Arial"/>
              </a:rPr>
              <a:t>A </a:t>
            </a:r>
            <a:r>
              <a:rPr sz="1600" b="1">
                <a:solidFill>
                  <a:srgbClr val="6B8F3C"/>
                </a:solidFill>
                <a:latin typeface="Arial"/>
              </a:rPr>
              <a:t>search engine</a:t>
            </a:r>
            <a:r>
              <a:rPr sz="1600" b="0">
                <a:solidFill>
                  <a:srgbClr val="333333"/>
                </a:solidFill>
                <a:latin typeface="Arial"/>
              </a:rPr>
              <a:t> that helps engineers and buyers find and compare 3D printing suppliers worldwide — based on technology, material, location, and price.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20116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0"/>
              </a:spcBef>
            </a:pPr>
            <a:r>
              <a:rPr sz="2800">
                <a:solidFill>
                  <a:srgbClr val="1A1A1A"/>
                </a:solidFill>
              </a:rPr>
              <a:t>👤</a:t>
            </a:r>
          </a:p>
          <a:p>
            <a:pPr algn="ctr"/>
            <a:r>
              <a:rPr sz="1600" b="1">
                <a:solidFill>
                  <a:srgbClr val="1A1A1A"/>
                </a:solidFill>
                <a:latin typeface="Arial"/>
              </a:rPr>
              <a:t>Buyer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Uploads specs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926080"/>
            <a:ext cx="2377440" cy="16459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0"/>
              </a:spcBef>
            </a:pPr>
            <a:endParaRPr/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SupplyCheck</a:t>
            </a:r>
          </a:p>
          <a:p>
            <a:pPr algn="ctr"/>
            <a:r>
              <a:rPr sz="1100">
                <a:solidFill>
                  <a:srgbClr val="999999"/>
                </a:solidFill>
                <a:latin typeface="Arial"/>
              </a:rPr>
              <a:t>Matches &amp; compares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926080"/>
            <a:ext cx="20116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0"/>
              </a:spcBef>
            </a:pPr>
            <a:r>
              <a:rPr sz="2800">
                <a:solidFill>
                  <a:srgbClr val="1A1A1A"/>
                </a:solidFill>
              </a:rPr>
              <a:t>🏭</a:t>
            </a:r>
          </a:p>
          <a:p>
            <a:pPr algn="ctr"/>
            <a:r>
              <a:rPr sz="1600" b="1">
                <a:solidFill>
                  <a:srgbClr val="1A1A1A"/>
                </a:solidFill>
                <a:latin typeface="Arial"/>
              </a:rPr>
              <a:t>Supplier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Arial"/>
              </a:rPr>
              <a:t>Gets the lead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66160" y="3474720"/>
            <a:ext cx="1097280" cy="548640"/>
          </a:xfrm>
          <a:prstGeom prst="rightArrow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7406640" y="3474720"/>
            <a:ext cx="1097280" cy="548640"/>
          </a:xfrm>
          <a:prstGeom prst="rightArrow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60120" y="5120640"/>
            <a:ext cx="29260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sz="2200" b="1" dirty="0">
                <a:solidFill>
                  <a:srgbClr val="6B8F3C"/>
                </a:solidFill>
                <a:latin typeface="Arial"/>
              </a:rPr>
              <a:t>100+</a:t>
            </a:r>
          </a:p>
          <a:p>
            <a:r>
              <a:rPr lang="da-DK" sz="1200" dirty="0">
                <a:solidFill>
                  <a:srgbClr val="555555"/>
                </a:solidFill>
                <a:latin typeface="Arial"/>
              </a:rPr>
              <a:t>	</a:t>
            </a:r>
            <a:r>
              <a:rPr sz="1200" dirty="0">
                <a:solidFill>
                  <a:srgbClr val="555555"/>
                </a:solidFill>
                <a:latin typeface="Arial"/>
              </a:rPr>
              <a:t>Suppliers listed worldwide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32807" y="5120640"/>
            <a:ext cx="29260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sz="2200" b="1" dirty="0">
                <a:solidFill>
                  <a:srgbClr val="6B8F3C"/>
                </a:solidFill>
                <a:latin typeface="Arial"/>
              </a:rPr>
              <a:t>Free</a:t>
            </a:r>
          </a:p>
          <a:p>
            <a:r>
              <a:rPr lang="da-DK" sz="1200" dirty="0">
                <a:solidFill>
                  <a:srgbClr val="555555"/>
                </a:solidFill>
                <a:latin typeface="Arial"/>
              </a:rPr>
              <a:t>	</a:t>
            </a:r>
            <a:r>
              <a:rPr sz="1200" dirty="0">
                <a:solidFill>
                  <a:srgbClr val="555555"/>
                </a:solidFill>
                <a:latin typeface="Arial"/>
              </a:rPr>
              <a:t>For buyers to compare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120640"/>
            <a:ext cx="29260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sz="2200" b="1" dirty="0">
                <a:solidFill>
                  <a:srgbClr val="6B8F3C"/>
                </a:solidFill>
                <a:latin typeface="Arial"/>
              </a:rPr>
              <a:t>Direct</a:t>
            </a:r>
          </a:p>
          <a:p>
            <a:r>
              <a:rPr lang="da-DK" sz="1200" dirty="0">
                <a:solidFill>
                  <a:srgbClr val="555555"/>
                </a:solidFill>
                <a:latin typeface="Arial"/>
              </a:rPr>
              <a:t>	</a:t>
            </a:r>
            <a:r>
              <a:rPr sz="1200" dirty="0">
                <a:solidFill>
                  <a:srgbClr val="555555"/>
                </a:solidFill>
                <a:latin typeface="Arial"/>
              </a:rPr>
              <a:t>Users go to website directly</a:t>
            </a:r>
          </a:p>
        </p:txBody>
      </p:sp>
      <p:pic>
        <p:nvPicPr>
          <p:cNvPr id="17" name="Picture 16" descr="logo-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40" y="301752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80160"/>
            <a:ext cx="12192000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Meet the Founders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"/>
            <a:ext cx="617220" cy="411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6760" y="1737360"/>
            <a:ext cx="320040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3920" y="32004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AAAAAA"/>
                </a:solidFill>
                <a:latin typeface="Arial"/>
              </a:rPr>
              <a:t>Insert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5440680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800" b="1" dirty="0">
                <a:solidFill>
                  <a:srgbClr val="1A1A1A"/>
                </a:solidFill>
                <a:latin typeface="Georgia"/>
              </a:rPr>
              <a:t>Rasmus Henriksen</a:t>
            </a:r>
            <a:endParaRPr sz="1800" b="1" dirty="0">
              <a:solidFill>
                <a:srgbClr val="1A1A1A"/>
              </a:solidFill>
              <a:latin typeface="Georgi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6760" y="580644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B8F3C"/>
                </a:solidFill>
                <a:latin typeface="Arial"/>
              </a:rPr>
              <a:t>Co-Founder &amp; C</a:t>
            </a:r>
            <a:r>
              <a:rPr lang="da-DK" sz="1400" b="1" dirty="0">
                <a:solidFill>
                  <a:srgbClr val="6B8F3C"/>
                </a:solidFill>
                <a:latin typeface="Arial"/>
              </a:rPr>
              <a:t>M</a:t>
            </a:r>
            <a:r>
              <a:rPr sz="1400" b="1" dirty="0">
                <a:solidFill>
                  <a:srgbClr val="6B8F3C"/>
                </a:solidFill>
                <a:latin typeface="Arial"/>
              </a:rPr>
              <a:t>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5800" y="1737360"/>
            <a:ext cx="320040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2960" y="32004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AAAAAA"/>
                </a:solidFill>
                <a:latin typeface="Arial"/>
              </a:rPr>
              <a:t>Insert image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5800" y="5440680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800" b="1" dirty="0">
                <a:solidFill>
                  <a:srgbClr val="1A1A1A"/>
                </a:solidFill>
                <a:latin typeface="Georgia"/>
              </a:rPr>
              <a:t>Kristoffer Ryelund</a:t>
            </a:r>
            <a:endParaRPr sz="1800" b="1" dirty="0">
              <a:solidFill>
                <a:srgbClr val="1A1A1A"/>
              </a:solidFill>
              <a:latin typeface="Georgi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95800" y="580644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B8F3C"/>
                </a:solidFill>
                <a:latin typeface="Arial"/>
              </a:rPr>
              <a:t>Co-Founder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4840" y="1737360"/>
            <a:ext cx="320040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82000" y="32004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AAAAAA"/>
                </a:solidFill>
                <a:latin typeface="Arial"/>
              </a:rPr>
              <a:t>Insert 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4840" y="5440680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a-DK" sz="1800" b="1" dirty="0">
                <a:solidFill>
                  <a:srgbClr val="1A1A1A"/>
                </a:solidFill>
                <a:latin typeface="Georgia"/>
              </a:rPr>
              <a:t>Christian Groth</a:t>
            </a:r>
            <a:endParaRPr sz="1800" b="1" dirty="0">
              <a:solidFill>
                <a:srgbClr val="1A1A1A"/>
              </a:solidFill>
              <a:latin typeface="Georgia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44840" y="580644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B8F3C"/>
                </a:solidFill>
                <a:latin typeface="Arial"/>
              </a:rPr>
              <a:t>Co-Founder &amp; C</a:t>
            </a:r>
            <a:r>
              <a:rPr lang="da-DK" sz="1400" b="1" dirty="0">
                <a:solidFill>
                  <a:srgbClr val="6B8F3C"/>
                </a:solidFill>
                <a:latin typeface="Arial"/>
              </a:rPr>
              <a:t>EO/CMO</a:t>
            </a:r>
            <a:endParaRPr sz="1400" b="1" dirty="0">
              <a:solidFill>
                <a:srgbClr val="6B8F3C"/>
              </a:solidFill>
              <a:latin typeface="Arial"/>
            </a:endParaRPr>
          </a:p>
        </p:txBody>
      </p:sp>
      <p:pic>
        <p:nvPicPr>
          <p:cNvPr id="24" name="Billede 23">
            <a:extLst>
              <a:ext uri="{FF2B5EF4-FFF2-40B4-BE49-F238E27FC236}">
                <a16:creationId xmlns:a16="http://schemas.microsoft.com/office/drawing/2014/main" id="{3E3105C7-5951-973B-D878-8AB2F2AB5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" y="2046515"/>
            <a:ext cx="3211286" cy="3211286"/>
          </a:xfrm>
          <a:prstGeom prst="rect">
            <a:avLst/>
          </a:prstGeom>
        </p:spPr>
      </p:pic>
      <p:pic>
        <p:nvPicPr>
          <p:cNvPr id="26" name="Billede 25">
            <a:extLst>
              <a:ext uri="{FF2B5EF4-FFF2-40B4-BE49-F238E27FC236}">
                <a16:creationId xmlns:a16="http://schemas.microsoft.com/office/drawing/2014/main" id="{D876A82A-2821-F00D-8A14-EF8616EA5F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4914" y="2055224"/>
            <a:ext cx="3211286" cy="3211286"/>
          </a:xfrm>
          <a:prstGeom prst="rect">
            <a:avLst/>
          </a:prstGeom>
        </p:spPr>
      </p:pic>
      <p:pic>
        <p:nvPicPr>
          <p:cNvPr id="28" name="Billede 27">
            <a:extLst>
              <a:ext uri="{FF2B5EF4-FFF2-40B4-BE49-F238E27FC236}">
                <a16:creationId xmlns:a16="http://schemas.microsoft.com/office/drawing/2014/main" id="{3BA05CFD-5A2A-60B7-A53C-983889BD6E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068" y="2046514"/>
            <a:ext cx="3211286" cy="32112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How It Works for Suppliers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pic>
        <p:nvPicPr>
          <p:cNvPr id="7" name="Picture 6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"/>
            <a:ext cx="61722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6459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Arial"/>
              </a:rPr>
              <a:t>We drive </a:t>
            </a:r>
            <a:r>
              <a:rPr sz="1600" b="1">
                <a:solidFill>
                  <a:srgbClr val="6B8F3C"/>
                </a:solidFill>
                <a:latin typeface="Arial"/>
              </a:rPr>
              <a:t>qualified leads</a:t>
            </a:r>
            <a:r>
              <a:rPr sz="1600" b="0">
                <a:solidFill>
                  <a:srgbClr val="333333"/>
                </a:solidFill>
                <a:latin typeface="Arial"/>
              </a:rPr>
              <a:t> directly to your website.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14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Arial"/>
              </a:rPr>
              <a:t>More Visibility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Your company appears when buyers search for your technologies and materials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5204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Arial"/>
              </a:rPr>
              <a:t>Qualified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We match the right customers to your specific capabilities and 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262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Arial"/>
              </a:rPr>
              <a:t>Pay Per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You only pay for the leads we deliver — $50 per qualified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5321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Arial"/>
              </a:rPr>
              <a:t>Performance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852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Track impressions, clicks, and leads with detailed analytics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72000" cy="411480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0" y="2286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88888"/>
                </a:solidFill>
                <a:latin typeface="Arial"/>
              </a:rPr>
              <a:t>SUPPLIER DASHBOARD PREVIEW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2834640"/>
            <a:ext cx="1645920" cy="1097280"/>
          </a:xfrm>
          <a:prstGeom prst="roundRect">
            <a:avLst/>
          </a:prstGeom>
          <a:solidFill>
            <a:srgbClr val="2A3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</a:pPr>
            <a:r>
              <a:rPr sz="2800" b="1">
                <a:solidFill>
                  <a:srgbClr val="6B8F3C"/>
                </a:solidFill>
              </a:rPr>
              <a:t>248</a:t>
            </a:r>
          </a:p>
          <a:p>
            <a:pPr algn="ctr"/>
            <a:r>
              <a:rPr sz="1000">
                <a:solidFill>
                  <a:srgbClr val="888888"/>
                </a:solidFill>
              </a:rPr>
              <a:t>Impressions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834640"/>
            <a:ext cx="1645920" cy="1097280"/>
          </a:xfrm>
          <a:prstGeom prst="roundRect">
            <a:avLst/>
          </a:prstGeom>
          <a:solidFill>
            <a:srgbClr val="2A3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</a:pPr>
            <a:r>
              <a:rPr sz="2800" b="1">
                <a:solidFill>
                  <a:srgbClr val="6B8F3C"/>
                </a:solidFill>
              </a:rPr>
              <a:t>34</a:t>
            </a:r>
          </a:p>
          <a:p>
            <a:pPr algn="ctr"/>
            <a:r>
              <a:rPr sz="1000">
                <a:solidFill>
                  <a:srgbClr val="888888"/>
                </a:solidFill>
              </a:rPr>
              <a:t>Clicks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206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88888"/>
                </a:solidFill>
              </a:rPr>
              <a:t>Recent Searches Matching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4572000"/>
            <a:ext cx="3657600" cy="347472"/>
          </a:xfrm>
          <a:prstGeom prst="round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79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SLS - Nylon PA12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6177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8F3C"/>
                </a:solidFill>
              </a:rPr>
              <a:t>Sweden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4983480"/>
            <a:ext cx="3657600" cy="347472"/>
          </a:xfrm>
          <a:prstGeom prst="round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79" y="50292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FDM - ABS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2920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8F3C"/>
                </a:solidFill>
              </a:rPr>
              <a:t>Denmark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394960"/>
            <a:ext cx="3657600" cy="347472"/>
          </a:xfrm>
          <a:prstGeom prst="round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98079" y="54406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MJF - Nylon PA11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5440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8F3C"/>
                </a:solidFill>
              </a:rPr>
              <a:t>Norway</a:t>
            </a: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2560320"/>
            <a:ext cx="457200" cy="457200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3566160"/>
            <a:ext cx="457200" cy="457200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4572000"/>
            <a:ext cx="457200" cy="457200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55778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80160"/>
            <a:ext cx="12191695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Pricing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77295" y="0"/>
            <a:ext cx="914400" cy="1280160"/>
          </a:xfrm>
          <a:prstGeom prst="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77295" y="228600"/>
            <a:ext cx="914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pic>
        <p:nvPicPr>
          <p:cNvPr id="7" name="Picture 6" descr="amsupplycheck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"/>
            <a:ext cx="617220" cy="411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1645920"/>
            <a:ext cx="347472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555555"/>
                </a:solidFill>
                <a:latin typeface="Arial"/>
              </a:rPr>
              <a:t>FREE LISTING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A1A1A"/>
                </a:solidFill>
                <a:latin typeface="Georgia"/>
              </a:rPr>
              <a:t>$0</a:t>
            </a:r>
          </a:p>
          <a:p>
            <a:pPr algn="ctr"/>
            <a:r>
              <a:rPr sz="1100">
                <a:solidFill>
                  <a:srgbClr val="555555"/>
                </a:solidFill>
              </a:rPr>
              <a:t>forever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200400"/>
            <a:ext cx="256032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3832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Basic company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Listed in supplier directory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1376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Appear in search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35424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C4444"/>
                </a:solidFill>
              </a:rPr>
              <a:t>✖  </a:t>
            </a:r>
            <a:r>
              <a:rPr sz="1200">
                <a:solidFill>
                  <a:srgbClr val="555555"/>
                </a:solidFill>
                <a:latin typeface="Arial"/>
              </a:rPr>
              <a:t>No logo or website link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1947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C4444"/>
                </a:solidFill>
              </a:rPr>
              <a:t>✖  </a:t>
            </a:r>
            <a:r>
              <a:rPr sz="1200">
                <a:solidFill>
                  <a:srgbClr val="555555"/>
                </a:solidFill>
                <a:latin typeface="Arial"/>
              </a:rPr>
              <a:t>No verified badge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C4444"/>
                </a:solidFill>
              </a:rPr>
              <a:t>✖  </a:t>
            </a:r>
            <a:r>
              <a:rPr sz="1200">
                <a:solidFill>
                  <a:srgbClr val="555555"/>
                </a:solidFill>
                <a:latin typeface="Arial"/>
              </a:rPr>
              <a:t>No analytics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875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C4444"/>
                </a:solidFill>
              </a:rPr>
              <a:t>✖  </a:t>
            </a:r>
            <a:r>
              <a:rPr sz="1200">
                <a:solidFill>
                  <a:srgbClr val="555555"/>
                </a:solidFill>
                <a:latin typeface="Arial"/>
              </a:rPr>
              <a:t>No priority ranking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1645920"/>
            <a:ext cx="3566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8F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18288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6B8F3C"/>
                </a:solidFill>
                <a:latin typeface="Arial"/>
              </a:rPr>
              <a:t>6-MONTH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2261" y="2286000"/>
            <a:ext cx="1899880" cy="9079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dirty="0">
                <a:solidFill>
                  <a:srgbClr val="1A1A1A"/>
                </a:solidFill>
                <a:latin typeface="Georgia"/>
              </a:rPr>
              <a:t>$</a:t>
            </a:r>
            <a:r>
              <a:rPr lang="da-DK" sz="4000" b="1" dirty="0">
                <a:solidFill>
                  <a:srgbClr val="1A1A1A"/>
                </a:solidFill>
                <a:latin typeface="Georgia"/>
              </a:rPr>
              <a:t>80</a:t>
            </a:r>
            <a:r>
              <a:rPr sz="4000" b="1" dirty="0">
                <a:solidFill>
                  <a:srgbClr val="1A1A1A"/>
                </a:solidFill>
                <a:latin typeface="Georgia"/>
              </a:rPr>
              <a:t>0</a:t>
            </a:r>
          </a:p>
          <a:p>
            <a:pPr algn="ctr"/>
            <a:r>
              <a:rPr lang="da-DK" sz="1300" dirty="0">
                <a:solidFill>
                  <a:srgbClr val="555555"/>
                </a:solidFill>
                <a:latin typeface="Arial"/>
              </a:rPr>
              <a:t>$133</a:t>
            </a:r>
            <a:r>
              <a:rPr sz="1300" dirty="0">
                <a:solidFill>
                  <a:srgbClr val="555555"/>
                </a:solidFill>
                <a:latin typeface="Arial"/>
              </a:rPr>
              <a:t>/month + $50/lead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3337560"/>
            <a:ext cx="265176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46320" y="3520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Custom profile with logo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90448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Website link &amp; images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288536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Verified supplier badge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672584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Analytics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05663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Lead tracking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4406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Priority search ranking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1645920"/>
            <a:ext cx="3566160" cy="4754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B8F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189720" y="1417320"/>
            <a:ext cx="1828800" cy="320040"/>
          </a:xfrm>
          <a:prstGeom prst="roundRect">
            <a:avLst/>
          </a:prstGeom>
          <a:solidFill>
            <a:srgbClr val="6B8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Recommended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18288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6B8F3C"/>
                </a:solidFill>
                <a:latin typeface="Arial"/>
              </a:rPr>
              <a:t>12-MONTH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3035" y="2286000"/>
            <a:ext cx="1842172" cy="9079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dirty="0">
                <a:solidFill>
                  <a:srgbClr val="1A1A1A"/>
                </a:solidFill>
                <a:latin typeface="Georgia"/>
              </a:rPr>
              <a:t>$</a:t>
            </a:r>
            <a:r>
              <a:rPr lang="da-DK" sz="4000" b="1" dirty="0">
                <a:solidFill>
                  <a:srgbClr val="1A1A1A"/>
                </a:solidFill>
                <a:latin typeface="Georgia"/>
              </a:rPr>
              <a:t>10</a:t>
            </a:r>
            <a:r>
              <a:rPr sz="4000" b="1" dirty="0">
                <a:solidFill>
                  <a:srgbClr val="1A1A1A"/>
                </a:solidFill>
                <a:latin typeface="Georgia"/>
              </a:rPr>
              <a:t>00</a:t>
            </a:r>
          </a:p>
          <a:p>
            <a:pPr algn="ctr"/>
            <a:r>
              <a:rPr lang="da-DK" sz="1300" dirty="0">
                <a:solidFill>
                  <a:srgbClr val="555555"/>
                </a:solidFill>
                <a:latin typeface="Arial"/>
              </a:rPr>
              <a:t>$83</a:t>
            </a:r>
            <a:r>
              <a:rPr sz="1300" dirty="0">
                <a:solidFill>
                  <a:srgbClr val="555555"/>
                </a:solidFill>
                <a:latin typeface="Arial"/>
              </a:rPr>
              <a:t>/</a:t>
            </a:r>
            <a:r>
              <a:rPr lang="da-DK" sz="1300" dirty="0" err="1">
                <a:solidFill>
                  <a:srgbClr val="555555"/>
                </a:solidFill>
                <a:latin typeface="Arial"/>
              </a:rPr>
              <a:t>month</a:t>
            </a:r>
            <a:r>
              <a:rPr sz="1300" dirty="0">
                <a:solidFill>
                  <a:srgbClr val="555555"/>
                </a:solidFill>
                <a:latin typeface="Arial"/>
              </a:rPr>
              <a:t> + $50/lead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3337560"/>
            <a:ext cx="265176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0" y="3520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Everything in 6-month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90448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6B8F3C"/>
                </a:solidFill>
              </a:rPr>
              <a:t>✔  </a:t>
            </a:r>
            <a:r>
              <a:rPr sz="1200" dirty="0">
                <a:solidFill>
                  <a:srgbClr val="333333"/>
                </a:solidFill>
                <a:latin typeface="Arial"/>
              </a:rPr>
              <a:t>Custom profile with logo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4288536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Verified supplier badge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672584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Full analytics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05663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B8F3C"/>
                </a:solidFill>
              </a:rPr>
              <a:t>✔  </a:t>
            </a:r>
            <a:r>
              <a:rPr sz="1200">
                <a:solidFill>
                  <a:srgbClr val="333333"/>
                </a:solidFill>
                <a:latin typeface="Arial"/>
              </a:rPr>
              <a:t>Priority search 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5486400"/>
            <a:ext cx="3017520" cy="685800"/>
          </a:xfrm>
          <a:prstGeom prst="roundRect">
            <a:avLst/>
          </a:prstGeom>
          <a:solidFill>
            <a:srgbClr val="2A3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</a:pPr>
            <a:r>
              <a:rPr sz="1200"/>
              <a:t>⭐ </a:t>
            </a:r>
            <a:r>
              <a:rPr sz="1300" b="1">
                <a:solidFill>
                  <a:srgbClr val="FFFFFF"/>
                </a:solidFill>
                <a:latin typeface="Arial"/>
              </a:rPr>
              <a:t>Guaranteed 2 paying customers</a:t>
            </a:r>
          </a:p>
          <a:p>
            <a:pPr algn="ctr"/>
            <a:r>
              <a:rPr sz="1100">
                <a:solidFill>
                  <a:srgbClr val="AACC88"/>
                </a:solidFill>
                <a:latin typeface="Arial"/>
              </a:rPr>
              <a:t>within the 12-month period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310</Words>
  <Application>Microsoft Macintosh PowerPoint</Application>
  <PresentationFormat>Widescreen</PresentationFormat>
  <Paragraphs>84</Paragraphs>
  <Slides>4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4</vt:i4>
      </vt:variant>
    </vt:vector>
  </HeadingPairs>
  <TitlesOfParts>
    <vt:vector size="8" baseType="lpstr">
      <vt:lpstr>Arial</vt:lpstr>
      <vt:lpstr>Calibri</vt:lpstr>
      <vt:lpstr>Georgia</vt:lpstr>
      <vt:lpstr>Office Theme</vt:lpstr>
      <vt:lpstr>PowerPoint-præsentation</vt:lpstr>
      <vt:lpstr>PowerPoint-præsentation</vt:lpstr>
      <vt:lpstr>PowerPoint-præsentation</vt:lpstr>
      <vt:lpstr>PowerPoint-præsentation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Christian Nymark Groth</cp:lastModifiedBy>
  <cp:revision>10</cp:revision>
  <dcterms:created xsi:type="dcterms:W3CDTF">2013-01-27T09:14:16Z</dcterms:created>
  <dcterms:modified xsi:type="dcterms:W3CDTF">2026-04-21T13:57:06Z</dcterms:modified>
  <cp:category/>
</cp:coreProperties>
</file>